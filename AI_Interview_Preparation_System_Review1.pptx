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2" r:id="rId8"/>
    <p:sldId id="263" r:id="rId9"/>
    <p:sldId id="264" r:id="rId10"/>
    <p:sldId id="267" r:id="rId18"/>
    <p:sldId id="268" r:id="rId19"/>
    <p:sldId id="269" r:id="rId2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70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bgphoto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977640"/>
          </a:xfrm>
          <a:prstGeom prst="rect">
            <a:avLst/>
          </a:prstGeom>
        </p:spPr>
      </p:pic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977640"/>
            <a:ext cx="12188952" cy="2880360"/>
          </a:xfrm>
          <a:prstGeom prst="rect">
            <a:avLst/>
          </a:prstGeom>
          <a:solidFill>
            <a:srgbClr val="953735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953735"/>
                </a:solidFill>
                <a:latin typeface="Cambria" pitchFamily="34" charset="0"/>
                <a:ea typeface="Cambria" pitchFamily="34" charset="-122"/>
              </a:rPr>
              <a:t>B.Tech</a:t>
            </a:r>
            <a:r>
              <a:rPr lang="en-US" sz="3200" b="1" dirty="0">
                <a:solidFill>
                  <a:srgbClr val="953735"/>
                </a:solidFill>
                <a:latin typeface="Cambria" pitchFamily="34" charset="0"/>
                <a:ea typeface="Cambria" pitchFamily="34" charset="-122"/>
              </a:rPr>
              <a:t> (CSE)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53735"/>
                </a:solidFill>
                <a:latin typeface="Cambria" pitchFamily="34" charset="0"/>
                <a:ea typeface="Cambria" pitchFamily="34" charset="-122"/>
              </a:rPr>
              <a:t>1010103494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53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Interview Preparation System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340573"/>
              </p:ext>
            </p:extLst>
          </p:nvPr>
        </p:nvGraphicFramePr>
        <p:xfrm>
          <a:off x="777240" y="4224528"/>
          <a:ext cx="10607040" cy="2331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CSE_M2_22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2301031800038, 2301031800079, 2301031800014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Jatin Soni, Preet Bhatiya, Bhavi Soni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 &amp; Engineering (CSE)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Ms. Ekta Vyas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Motivation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Importance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Dataset,Tools and Technology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Preparation System is a smart web application designed to help students and job seekers improve their interview skills through Artificial Intelligence.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personalized interview questions based on the selected job role and technical domain.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practice both Technical and HR interviews in a realistic, simulated environment.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analyzes user responses and provides instant feedback on communication, confidence, technical accuracy, and overall performance.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identifies the user’s strengths and highlights specific areas that need improvement.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includes mock interview sessions, progress tracking, performance reports, and learning recommendations to help users prepare effectively.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reduce interview anxiety, improve confidence, and increase the chances of success in placement drives, internships, and job interviews.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Motivation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and fresh graduates struggle with interview anxiety due to a lack of structured, real practice opportunities.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preparation methods (question banks, books, generic mock sessions) do not provide personalized or instant feedback.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competition in placement drives and internships demands stronger communication and technical readiness.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motivated the design of an AI-driven platform that gives learners continuous, guided, and realistic interview practice from anywhere.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and Importance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benefits engineering students, fresh graduates, and working professionals preparing for placement drives, internships, and job interviews.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interview anxiety and builds confidence through repeated, AI-evaluated mock practice sessions.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self-study and real interview experience, without requiring a human interviewer to be available.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continuous learning through progress tracking, performance reports, and personalized recommendations.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recruitment-technology research shows growing use of AI and Natural Language Processing (NLP) to automate candidate screening and interview evaluation.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techniques such as text classification and semantic similarity are commonly used to assess the correctness and relevance of interview answers.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tone analysis methods are being explored to estimate a speaker's confidence and communication quality.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tools focus on either technical question banks or generic chatbot interviews, but few combine role-specific question generation with detailed, multi-factor feedback in one accessible platform — the gap this project aims to address.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an AI-based web platform for practicing Technical and HR interviews.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personalized interview questions based on the selected job role and technical domain.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user responses using NLP for communication skills, confidence, and technical accuracy.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instant, meaningful feedback along with identified strengths and areas for improvement.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track user progress over multiple sessions through performance reports and learning recommendations.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simple, user-friendly application accessible from any device with internet access.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Dataset,Tools and Technology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HTML, CSS, JavaScript / React.js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(Flask / Django) or Node.js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NLP: Natural Language Processing libraries (NLTK, spaCy) and Large Language Model APIs for question generation and answer evaluation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/ MongoDB / Firebase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Processing: Speech-to-Text APIs for verbal response analysis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Deployment: Git, GitHub, and a cloud hosting platform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selection of target job role and technical domain.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question generation module creates relevant Technical and HR interview questions.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 simulation where the user responds via text or voice in a realistic environment.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evaluation engine analyzes each response for communication, confidence, and technical accuracy.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generation module highlights strengths, weaknesses, and improvement suggestions.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dashboard stores performance reports across sessions to guide continuous improvement.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NLTK Documentation — https://www.nltk.org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spaCy Documentation — https://spacy.io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OpenAI API Documentation — https://platform.openai.com/docs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React.js Documentation — https://react.dev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Additional peer-reviewed references on AI-based mock interview and NLP-driven feedback systems to be added as the literature survey progresses.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tend to offer either a static technical question bank or a generic chatbot-style interview, rarely both together.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combine role- and domain-specific question generation with detailed, multi-factor evaluation covering communication, confidence, and technical accuracy in one accessible platform.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return a generic score rather than actionable feedback broken down by specific skill dimensions.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mock interviews with NLP-driven confidence/tone scoring, validated against human evaluators, remain underexplored in accessible web platforms.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gap by integrating personalized question generation, multi-factor NLP evaluation, and continuous progress tracking into a single unified system.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initial project review; the platform is currently at the design and requirement-analysis stage, so no functional results are available yet.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will proceed feature by feature — question generation, mock-interview simulation, NLP evaluation, feedback generation, and progress tracking — rather than end-to-end in a single pass.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will be measured using sessions completed per user, user-reported reduction in interview anxiety, accuracy of AI feedback against human evaluators, and reported placement/interview success.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results, screenshots, and evaluation metrics will be presented once the core modules are implemented, in the next review.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Interview Preparation System aims to give students and job seekers a realistic, on-demand way to practice Technical and HR interviews.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role/domain-specific question generation with NLP-based, multi-factor evaluation is intended to close the gap between generic question banks and one-size-fits-all chatbot interviews.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feedback, progress tracking, and learning recommendations are expected to build confidence and reduce interview anxiety over repeated practice sessions.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has defined the scope, architecture, and technology stack; the next phase will focus on implementing the core modules incrementally and validating them against real users.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64592"/>
            <a:ext cx="2377440" cy="4489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platform to support live human-interviewer or proctored video interview sessions.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multi-language interview support beyond English.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company-specific Applicant Tracking Systems (ATS) for end-to-end placement workflows.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native mobile applications (Android/iOS) alongside the web platform.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speech-to-text accuracy across accents and finalize a data privacy/retention policy for recorded voice responses.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AI-generated feedback more rigorously against human evaluators to improve scoring reliability.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1276" y="6355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*Proprietary material of SILVER OAK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918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Jatin Soni</cp:lastModifiedBy>
  <cp:revision>4</cp:revision>
  <dcterms:created xsi:type="dcterms:W3CDTF">2026-08-07T18:11:40Z</dcterms:created>
  <dcterms:modified xsi:type="dcterms:W3CDTF">2026-08-08T09:34:32Z</dcterms:modified>
</cp:coreProperties>
</file>